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MCA INTERNSHIP PROJECT PRESENTATION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Sales Forecasting Using Time-Series Analysis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Predicting Future Retail Demand via ARIMA, Prophet, Holt-Winters, &amp; LSTM Models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Presenter: SARIKA KUMARI (Roll No: 25scs2040003928)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Degree: Master of Computer Applications (MCA) | IILM University, Greater Noida</a:t>
            </a:r>
            <a:br/>
            <a:r>
              <a:t>Organization: Codec Technologies Pvt. Ltd. (AICTE &amp; ICAC Approved)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1. Organization Profile &amp; Internship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</a:defRPr>
            </a:pPr>
            <a:r>
              <a:t>MCA 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Codec Technologies Pvt. Ltd.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Global IT Platform: Operates across 27+ countries providing IT and business consultancy services.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Certifications: ISO 9001:2015 certified organization and official Google for Education partner.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AICTE &amp; ICAC Approval: Program conducted through the National Internship Portal under AICTE approval.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Role &amp; Objectives: Assigned as Data Analytics Intern to engineer an end-to-end sales forecasting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2. Problem Statement &amp; Retail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</a:defRPr>
            </a:pPr>
            <a:r>
              <a:t>MCA 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The Retail Demand Volatility Dilemma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Stock-outs &amp; Revenue Loss: Inaccurate demand forecasts cause inventory depletion during peak seasons.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Overstocking Overhead: Excess inventory ties up working capital and inflates storage expenses.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Non-Linear Seasonality: Promotional campaigns, weekend spikes, and holiday surges make forecasting complex.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Core Objective: Build a data-driven time-series forecasting model to optimize revenue and safety 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3. Model Performance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</a:defRPr>
            </a:pPr>
            <a:r>
              <a:t>MCA Internship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822960">
                <a:tc>
                  <a:txBody>
                    <a:bodyPr/>
                    <a:lstStyle/>
                    <a:p>
                      <a:r>
                        <a:t>Model Architecture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MAE ($)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RMSE ($)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MAPE (%)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Performance Rating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LSTM Neural Net ⭐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$134.66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$144.88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1.50%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0.996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Precision Neural Fit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Holt-Winters Smoothing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$1,739.17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$3,110.46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15.14%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0.720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Strong Statistical Baseline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Facebook Prophet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$1,987.91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$2,363.32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21.26%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0.580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Fourier Harmonics Model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ARIMA / SARIMA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$3,201.39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$3,803.87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43.24%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0.350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Classical Auto-Regressive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